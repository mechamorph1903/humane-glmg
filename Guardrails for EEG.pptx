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51A219-018E-489A-A5B3-ECA4D22400CB}" v="17" dt="2026-02-27T01:30:41.7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69" d="100"/>
          <a:sy n="69" d="100"/>
        </p:scale>
        <p:origin x="39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zra Olagoke" userId="d0d178bf0f90dd41" providerId="LiveId" clId="{B60E4D59-CD1E-4E4E-9267-D78819FB75F0}"/>
    <pc:docChg chg="undo custSel addSld delSld modSld modMainMaster">
      <pc:chgData name="Ezra Olagoke" userId="d0d178bf0f90dd41" providerId="LiveId" clId="{B60E4D59-CD1E-4E4E-9267-D78819FB75F0}" dt="2026-02-27T01:56:58.775" v="1199" actId="14100"/>
      <pc:docMkLst>
        <pc:docMk/>
      </pc:docMkLst>
      <pc:sldChg chg="addSp modSp mod">
        <pc:chgData name="Ezra Olagoke" userId="d0d178bf0f90dd41" providerId="LiveId" clId="{B60E4D59-CD1E-4E4E-9267-D78819FB75F0}" dt="2026-02-27T01:55:28.095" v="1184" actId="20577"/>
        <pc:sldMkLst>
          <pc:docMk/>
          <pc:sldMk cId="468521114" sldId="256"/>
        </pc:sldMkLst>
        <pc:spChg chg="mod">
          <ac:chgData name="Ezra Olagoke" userId="d0d178bf0f90dd41" providerId="LiveId" clId="{B60E4D59-CD1E-4E4E-9267-D78819FB75F0}" dt="2026-02-27T01:55:28.095" v="1184" actId="20577"/>
          <ac:spMkLst>
            <pc:docMk/>
            <pc:sldMk cId="468521114" sldId="256"/>
            <ac:spMk id="2" creationId="{8B7756D7-94D7-183B-5D98-2267F0E98508}"/>
          </ac:spMkLst>
        </pc:spChg>
        <pc:spChg chg="mod">
          <ac:chgData name="Ezra Olagoke" userId="d0d178bf0f90dd41" providerId="LiveId" clId="{B60E4D59-CD1E-4E4E-9267-D78819FB75F0}" dt="2026-02-27T01:36:03.066" v="1092" actId="20577"/>
          <ac:spMkLst>
            <pc:docMk/>
            <pc:sldMk cId="468521114" sldId="256"/>
            <ac:spMk id="3" creationId="{3D1D7B51-2624-1E89-6886-CB35A0F33A86}"/>
          </ac:spMkLst>
        </pc:spChg>
        <pc:spChg chg="add mod">
          <ac:chgData name="Ezra Olagoke" userId="d0d178bf0f90dd41" providerId="LiveId" clId="{B60E4D59-CD1E-4E4E-9267-D78819FB75F0}" dt="2026-02-25T23:04:27.104" v="217" actId="1076"/>
          <ac:spMkLst>
            <pc:docMk/>
            <pc:sldMk cId="468521114" sldId="256"/>
            <ac:spMk id="4" creationId="{1DB88836-E28A-50B4-8EE3-B788B98CD6CE}"/>
          </ac:spMkLst>
        </pc:spChg>
      </pc:sldChg>
      <pc:sldChg chg="addSp modSp mod modClrScheme chgLayout">
        <pc:chgData name="Ezra Olagoke" userId="d0d178bf0f90dd41" providerId="LiveId" clId="{B60E4D59-CD1E-4E4E-9267-D78819FB75F0}" dt="2026-02-27T01:42:01.096" v="1098" actId="26606"/>
        <pc:sldMkLst>
          <pc:docMk/>
          <pc:sldMk cId="3798839558" sldId="257"/>
        </pc:sldMkLst>
        <pc:spChg chg="mod">
          <ac:chgData name="Ezra Olagoke" userId="d0d178bf0f90dd41" providerId="LiveId" clId="{B60E4D59-CD1E-4E4E-9267-D78819FB75F0}" dt="2026-02-27T01:42:01.096" v="1098" actId="26606"/>
          <ac:spMkLst>
            <pc:docMk/>
            <pc:sldMk cId="3798839558" sldId="257"/>
            <ac:spMk id="2" creationId="{3740F893-EE31-E552-0C7C-38AB5C448DC8}"/>
          </ac:spMkLst>
        </pc:spChg>
        <pc:spChg chg="mod ord">
          <ac:chgData name="Ezra Olagoke" userId="d0d178bf0f90dd41" providerId="LiveId" clId="{B60E4D59-CD1E-4E4E-9267-D78819FB75F0}" dt="2026-02-27T01:42:01.096" v="1098" actId="26606"/>
          <ac:spMkLst>
            <pc:docMk/>
            <pc:sldMk cId="3798839558" sldId="257"/>
            <ac:spMk id="3" creationId="{63C7F29F-5908-F8F0-1343-26A4EA2B3393}"/>
          </ac:spMkLst>
        </pc:spChg>
        <pc:spChg chg="mod">
          <ac:chgData name="Ezra Olagoke" userId="d0d178bf0f90dd41" providerId="LiveId" clId="{B60E4D59-CD1E-4E4E-9267-D78819FB75F0}" dt="2026-02-27T01:42:01.096" v="1098" actId="26606"/>
          <ac:spMkLst>
            <pc:docMk/>
            <pc:sldMk cId="3798839558" sldId="257"/>
            <ac:spMk id="14" creationId="{04AD6BCA-6DFF-603D-22A2-AD1B56FA078B}"/>
          </ac:spMkLst>
        </pc:spChg>
        <pc:picChg chg="add mod">
          <ac:chgData name="Ezra Olagoke" userId="d0d178bf0f90dd41" providerId="LiveId" clId="{B60E4D59-CD1E-4E4E-9267-D78819FB75F0}" dt="2026-02-27T01:42:01.096" v="1098" actId="26606"/>
          <ac:picMkLst>
            <pc:docMk/>
            <pc:sldMk cId="3798839558" sldId="257"/>
            <ac:picMk id="5" creationId="{00E47808-45E4-38D3-0FD0-8713AAB2E29A}"/>
          </ac:picMkLst>
        </pc:picChg>
      </pc:sldChg>
      <pc:sldChg chg="delSp modSp add del mod">
        <pc:chgData name="Ezra Olagoke" userId="d0d178bf0f90dd41" providerId="LiveId" clId="{B60E4D59-CD1E-4E4E-9267-D78819FB75F0}" dt="2026-02-27T01:10:48.122" v="366" actId="47"/>
        <pc:sldMkLst>
          <pc:docMk/>
          <pc:sldMk cId="4238935724" sldId="258"/>
        </pc:sldMkLst>
        <pc:spChg chg="del mod">
          <ac:chgData name="Ezra Olagoke" userId="d0d178bf0f90dd41" providerId="LiveId" clId="{B60E4D59-CD1E-4E4E-9267-D78819FB75F0}" dt="2026-02-27T01:06:35.216" v="344" actId="478"/>
          <ac:spMkLst>
            <pc:docMk/>
            <pc:sldMk cId="4238935724" sldId="258"/>
            <ac:spMk id="3" creationId="{76C751BB-5F18-DA79-79DC-9077ADFB2B21}"/>
          </ac:spMkLst>
        </pc:spChg>
      </pc:sldChg>
      <pc:sldChg chg="modSp add mod">
        <pc:chgData name="Ezra Olagoke" userId="d0d178bf0f90dd41" providerId="LiveId" clId="{B60E4D59-CD1E-4E4E-9267-D78819FB75F0}" dt="2026-02-27T01:27:30.419" v="610" actId="17032"/>
        <pc:sldMkLst>
          <pc:docMk/>
          <pc:sldMk cId="779831096" sldId="259"/>
        </pc:sldMkLst>
        <pc:spChg chg="mod">
          <ac:chgData name="Ezra Olagoke" userId="d0d178bf0f90dd41" providerId="LiveId" clId="{B60E4D59-CD1E-4E4E-9267-D78819FB75F0}" dt="2026-02-27T01:27:30.419" v="610" actId="17032"/>
          <ac:spMkLst>
            <pc:docMk/>
            <pc:sldMk cId="779831096" sldId="259"/>
            <ac:spMk id="2" creationId="{EDE75535-D977-A81C-CE2F-1A0E94EBF18A}"/>
          </ac:spMkLst>
        </pc:spChg>
        <pc:spChg chg="mod">
          <ac:chgData name="Ezra Olagoke" userId="d0d178bf0f90dd41" providerId="LiveId" clId="{B60E4D59-CD1E-4E4E-9267-D78819FB75F0}" dt="2026-02-27T01:10:24.466" v="364" actId="1076"/>
          <ac:spMkLst>
            <pc:docMk/>
            <pc:sldMk cId="779831096" sldId="259"/>
            <ac:spMk id="14" creationId="{EAD12C14-4E84-7323-D479-37967B5F689A}"/>
          </ac:spMkLst>
        </pc:spChg>
      </pc:sldChg>
      <pc:sldChg chg="new del">
        <pc:chgData name="Ezra Olagoke" userId="d0d178bf0f90dd41" providerId="LiveId" clId="{B60E4D59-CD1E-4E4E-9267-D78819FB75F0}" dt="2026-02-27T01:14:36.392" v="370" actId="47"/>
        <pc:sldMkLst>
          <pc:docMk/>
          <pc:sldMk cId="12003375" sldId="260"/>
        </pc:sldMkLst>
      </pc:sldChg>
      <pc:sldChg chg="new del">
        <pc:chgData name="Ezra Olagoke" userId="d0d178bf0f90dd41" providerId="LiveId" clId="{B60E4D59-CD1E-4E4E-9267-D78819FB75F0}" dt="2026-02-27T01:11:01.804" v="368" actId="47"/>
        <pc:sldMkLst>
          <pc:docMk/>
          <pc:sldMk cId="3777479136" sldId="260"/>
        </pc:sldMkLst>
      </pc:sldChg>
      <pc:sldChg chg="addSp delSp modSp add mod modClrScheme chgLayout">
        <pc:chgData name="Ezra Olagoke" userId="d0d178bf0f90dd41" providerId="LiveId" clId="{B60E4D59-CD1E-4E4E-9267-D78819FB75F0}" dt="2026-02-27T01:48:49.173" v="1133" actId="478"/>
        <pc:sldMkLst>
          <pc:docMk/>
          <pc:sldMk cId="3880180360" sldId="260"/>
        </pc:sldMkLst>
        <pc:spChg chg="mod">
          <ac:chgData name="Ezra Olagoke" userId="d0d178bf0f90dd41" providerId="LiveId" clId="{B60E4D59-CD1E-4E4E-9267-D78819FB75F0}" dt="2026-02-27T01:45:37.927" v="1117" actId="26606"/>
          <ac:spMkLst>
            <pc:docMk/>
            <pc:sldMk cId="3880180360" sldId="260"/>
            <ac:spMk id="2" creationId="{CFB04335-9650-F1B9-8E51-5A21D537F4D6}"/>
          </ac:spMkLst>
        </pc:spChg>
        <pc:spChg chg="mod ord">
          <ac:chgData name="Ezra Olagoke" userId="d0d178bf0f90dd41" providerId="LiveId" clId="{B60E4D59-CD1E-4E4E-9267-D78819FB75F0}" dt="2026-02-27T01:45:37.927" v="1117" actId="26606"/>
          <ac:spMkLst>
            <pc:docMk/>
            <pc:sldMk cId="3880180360" sldId="260"/>
            <ac:spMk id="3" creationId="{45EEC339-998D-51F2-FC82-473BFFF9F331}"/>
          </ac:spMkLst>
        </pc:spChg>
        <pc:spChg chg="mod">
          <ac:chgData name="Ezra Olagoke" userId="d0d178bf0f90dd41" providerId="LiveId" clId="{B60E4D59-CD1E-4E4E-9267-D78819FB75F0}" dt="2026-02-27T01:45:37.927" v="1117" actId="26606"/>
          <ac:spMkLst>
            <pc:docMk/>
            <pc:sldMk cId="3880180360" sldId="260"/>
            <ac:spMk id="14" creationId="{52418DC2-361E-927C-13EA-8940743B2E11}"/>
          </ac:spMkLst>
        </pc:spChg>
        <pc:picChg chg="add del mod">
          <ac:chgData name="Ezra Olagoke" userId="d0d178bf0f90dd41" providerId="LiveId" clId="{B60E4D59-CD1E-4E4E-9267-D78819FB75F0}" dt="2026-02-27T01:48:49.173" v="1133" actId="478"/>
          <ac:picMkLst>
            <pc:docMk/>
            <pc:sldMk cId="3880180360" sldId="260"/>
            <ac:picMk id="5" creationId="{D9EE4DD3-AF84-9DCE-F100-A2ADABD204A1}"/>
          </ac:picMkLst>
        </pc:picChg>
      </pc:sldChg>
      <pc:sldChg chg="addSp delSp modSp add mod setBg modClrScheme chgLayout">
        <pc:chgData name="Ezra Olagoke" userId="d0d178bf0f90dd41" providerId="LiveId" clId="{B60E4D59-CD1E-4E4E-9267-D78819FB75F0}" dt="2026-02-27T01:56:58.775" v="1199" actId="14100"/>
        <pc:sldMkLst>
          <pc:docMk/>
          <pc:sldMk cId="1305476487" sldId="261"/>
        </pc:sldMkLst>
        <pc:spChg chg="mod">
          <ac:chgData name="Ezra Olagoke" userId="d0d178bf0f90dd41" providerId="LiveId" clId="{B60E4D59-CD1E-4E4E-9267-D78819FB75F0}" dt="2026-02-27T01:56:58.775" v="1199" actId="14100"/>
          <ac:spMkLst>
            <pc:docMk/>
            <pc:sldMk cId="1305476487" sldId="261"/>
            <ac:spMk id="2" creationId="{ED99428B-E0C5-7353-5002-9432B24F5E03}"/>
          </ac:spMkLst>
        </pc:spChg>
        <pc:spChg chg="mod ord">
          <ac:chgData name="Ezra Olagoke" userId="d0d178bf0f90dd41" providerId="LiveId" clId="{B60E4D59-CD1E-4E4E-9267-D78819FB75F0}" dt="2026-02-27T01:56:38.813" v="1197" actId="26606"/>
          <ac:spMkLst>
            <pc:docMk/>
            <pc:sldMk cId="1305476487" sldId="261"/>
            <ac:spMk id="3" creationId="{2BF6A5AD-E309-33A1-D118-BA23C0DE40D6}"/>
          </ac:spMkLst>
        </pc:spChg>
        <pc:spChg chg="mod">
          <ac:chgData name="Ezra Olagoke" userId="d0d178bf0f90dd41" providerId="LiveId" clId="{B60E4D59-CD1E-4E4E-9267-D78819FB75F0}" dt="2026-02-27T01:56:53.886" v="1198" actId="255"/>
          <ac:spMkLst>
            <pc:docMk/>
            <pc:sldMk cId="1305476487" sldId="261"/>
            <ac:spMk id="14" creationId="{2BE2453D-FB03-A180-AAA3-47E6C637A666}"/>
          </ac:spMkLst>
        </pc:spChg>
        <pc:spChg chg="add del">
          <ac:chgData name="Ezra Olagoke" userId="d0d178bf0f90dd41" providerId="LiveId" clId="{B60E4D59-CD1E-4E4E-9267-D78819FB75F0}" dt="2026-02-27T01:51:59.512" v="1139" actId="26606"/>
          <ac:spMkLst>
            <pc:docMk/>
            <pc:sldMk cId="1305476487" sldId="261"/>
            <ac:spMk id="16" creationId="{F13C74B1-5B17-4795-BED0-7140497B445A}"/>
          </ac:spMkLst>
        </pc:spChg>
        <pc:spChg chg="add del">
          <ac:chgData name="Ezra Olagoke" userId="d0d178bf0f90dd41" providerId="LiveId" clId="{B60E4D59-CD1E-4E4E-9267-D78819FB75F0}" dt="2026-02-27T01:51:59.512" v="1139" actId="26606"/>
          <ac:spMkLst>
            <pc:docMk/>
            <pc:sldMk cId="1305476487" sldId="261"/>
            <ac:spMk id="17" creationId="{D4974D33-8DC5-464E-8C6D-BE58F0669C17}"/>
          </ac:spMkLst>
        </pc:spChg>
        <pc:spChg chg="add del mod">
          <ac:chgData name="Ezra Olagoke" userId="d0d178bf0f90dd41" providerId="LiveId" clId="{B60E4D59-CD1E-4E4E-9267-D78819FB75F0}" dt="2026-02-27T01:44:33.570" v="1107" actId="26606"/>
          <ac:spMkLst>
            <pc:docMk/>
            <pc:sldMk cId="1305476487" sldId="261"/>
            <ac:spMk id="19" creationId="{CBBF096D-0B90-7508-02ED-F37DC045D943}"/>
          </ac:spMkLst>
        </pc:spChg>
        <pc:spChg chg="add del">
          <ac:chgData name="Ezra Olagoke" userId="d0d178bf0f90dd41" providerId="LiveId" clId="{B60E4D59-CD1E-4E4E-9267-D78819FB75F0}" dt="2026-02-27T01:52:04.830" v="1141" actId="26606"/>
          <ac:spMkLst>
            <pc:docMk/>
            <pc:sldMk cId="1305476487" sldId="261"/>
            <ac:spMk id="20" creationId="{560AFAAC-EA6C-45A9-9E03-C9C9F0193B4F}"/>
          </ac:spMkLst>
        </pc:spChg>
        <pc:spChg chg="add del mod">
          <ac:chgData name="Ezra Olagoke" userId="d0d178bf0f90dd41" providerId="LiveId" clId="{B60E4D59-CD1E-4E4E-9267-D78819FB75F0}" dt="2026-02-27T01:44:33.570" v="1107" actId="26606"/>
          <ac:spMkLst>
            <pc:docMk/>
            <pc:sldMk cId="1305476487" sldId="261"/>
            <ac:spMk id="21" creationId="{0CF20EC6-55C6-EFAE-ED7E-7CB592353D1C}"/>
          </ac:spMkLst>
        </pc:spChg>
        <pc:spChg chg="add del">
          <ac:chgData name="Ezra Olagoke" userId="d0d178bf0f90dd41" providerId="LiveId" clId="{B60E4D59-CD1E-4E4E-9267-D78819FB75F0}" dt="2026-02-27T01:52:04.830" v="1141" actId="26606"/>
          <ac:spMkLst>
            <pc:docMk/>
            <pc:sldMk cId="1305476487" sldId="261"/>
            <ac:spMk id="22" creationId="{83549E37-C86B-4401-90BD-D8BF83859F14}"/>
          </ac:spMkLst>
        </pc:spChg>
        <pc:spChg chg="add del">
          <ac:chgData name="Ezra Olagoke" userId="d0d178bf0f90dd41" providerId="LiveId" clId="{B60E4D59-CD1E-4E4E-9267-D78819FB75F0}" dt="2026-02-27T01:52:04.830" v="1141" actId="26606"/>
          <ac:spMkLst>
            <pc:docMk/>
            <pc:sldMk cId="1305476487" sldId="261"/>
            <ac:spMk id="23" creationId="{8A17784E-76D8-4521-A77D-0D2EBB923004}"/>
          </ac:spMkLst>
        </pc:spChg>
        <pc:spChg chg="add del">
          <ac:chgData name="Ezra Olagoke" userId="d0d178bf0f90dd41" providerId="LiveId" clId="{B60E4D59-CD1E-4E4E-9267-D78819FB75F0}" dt="2026-02-27T01:52:04.830" v="1141" actId="26606"/>
          <ac:spMkLst>
            <pc:docMk/>
            <pc:sldMk cId="1305476487" sldId="261"/>
            <ac:spMk id="25" creationId="{C0036C6B-F09C-4EAB-AE02-8D056EE74856}"/>
          </ac:spMkLst>
        </pc:spChg>
        <pc:spChg chg="add del">
          <ac:chgData name="Ezra Olagoke" userId="d0d178bf0f90dd41" providerId="LiveId" clId="{B60E4D59-CD1E-4E4E-9267-D78819FB75F0}" dt="2026-02-27T01:52:04.830" v="1141" actId="26606"/>
          <ac:spMkLst>
            <pc:docMk/>
            <pc:sldMk cId="1305476487" sldId="261"/>
            <ac:spMk id="27" creationId="{FC8D5885-2804-4D3C-BE31-902E4D3279B0}"/>
          </ac:spMkLst>
        </pc:spChg>
        <pc:spChg chg="add del">
          <ac:chgData name="Ezra Olagoke" userId="d0d178bf0f90dd41" providerId="LiveId" clId="{B60E4D59-CD1E-4E4E-9267-D78819FB75F0}" dt="2026-02-27T01:52:25.924" v="1143" actId="26606"/>
          <ac:spMkLst>
            <pc:docMk/>
            <pc:sldMk cId="1305476487" sldId="261"/>
            <ac:spMk id="29" creationId="{04812C46-200A-4DEB-A05E-3ED6C68C2387}"/>
          </ac:spMkLst>
        </pc:spChg>
        <pc:spChg chg="add del">
          <ac:chgData name="Ezra Olagoke" userId="d0d178bf0f90dd41" providerId="LiveId" clId="{B60E4D59-CD1E-4E4E-9267-D78819FB75F0}" dt="2026-02-27T01:52:25.924" v="1143" actId="26606"/>
          <ac:spMkLst>
            <pc:docMk/>
            <pc:sldMk cId="1305476487" sldId="261"/>
            <ac:spMk id="30" creationId="{D1EA859B-E555-4109-94F3-6700E046E008}"/>
          </ac:spMkLst>
        </pc:spChg>
        <pc:spChg chg="add del">
          <ac:chgData name="Ezra Olagoke" userId="d0d178bf0f90dd41" providerId="LiveId" clId="{B60E4D59-CD1E-4E4E-9267-D78819FB75F0}" dt="2026-02-27T01:52:31.775" v="1145" actId="26606"/>
          <ac:spMkLst>
            <pc:docMk/>
            <pc:sldMk cId="1305476487" sldId="261"/>
            <ac:spMk id="32" creationId="{F13C74B1-5B17-4795-BED0-7140497B445A}"/>
          </ac:spMkLst>
        </pc:spChg>
        <pc:spChg chg="add del">
          <ac:chgData name="Ezra Olagoke" userId="d0d178bf0f90dd41" providerId="LiveId" clId="{B60E4D59-CD1E-4E4E-9267-D78819FB75F0}" dt="2026-02-27T01:52:31.775" v="1145" actId="26606"/>
          <ac:spMkLst>
            <pc:docMk/>
            <pc:sldMk cId="1305476487" sldId="261"/>
            <ac:spMk id="33" creationId="{D4974D33-8DC5-464E-8C6D-BE58F0669C17}"/>
          </ac:spMkLst>
        </pc:spChg>
        <pc:spChg chg="add del">
          <ac:chgData name="Ezra Olagoke" userId="d0d178bf0f90dd41" providerId="LiveId" clId="{B60E4D59-CD1E-4E4E-9267-D78819FB75F0}" dt="2026-02-27T01:52:34.726" v="1147" actId="26606"/>
          <ac:spMkLst>
            <pc:docMk/>
            <pc:sldMk cId="1305476487" sldId="261"/>
            <ac:spMk id="35" creationId="{560AFAAC-EA6C-45A9-9E03-C9C9F0193B4F}"/>
          </ac:spMkLst>
        </pc:spChg>
        <pc:spChg chg="add del">
          <ac:chgData name="Ezra Olagoke" userId="d0d178bf0f90dd41" providerId="LiveId" clId="{B60E4D59-CD1E-4E4E-9267-D78819FB75F0}" dt="2026-02-27T01:52:34.726" v="1147" actId="26606"/>
          <ac:spMkLst>
            <pc:docMk/>
            <pc:sldMk cId="1305476487" sldId="261"/>
            <ac:spMk id="36" creationId="{83549E37-C86B-4401-90BD-D8BF83859F14}"/>
          </ac:spMkLst>
        </pc:spChg>
        <pc:spChg chg="add del">
          <ac:chgData name="Ezra Olagoke" userId="d0d178bf0f90dd41" providerId="LiveId" clId="{B60E4D59-CD1E-4E4E-9267-D78819FB75F0}" dt="2026-02-27T01:52:34.726" v="1147" actId="26606"/>
          <ac:spMkLst>
            <pc:docMk/>
            <pc:sldMk cId="1305476487" sldId="261"/>
            <ac:spMk id="37" creationId="{8A17784E-76D8-4521-A77D-0D2EBB923004}"/>
          </ac:spMkLst>
        </pc:spChg>
        <pc:spChg chg="add del">
          <ac:chgData name="Ezra Olagoke" userId="d0d178bf0f90dd41" providerId="LiveId" clId="{B60E4D59-CD1E-4E4E-9267-D78819FB75F0}" dt="2026-02-27T01:52:34.726" v="1147" actId="26606"/>
          <ac:spMkLst>
            <pc:docMk/>
            <pc:sldMk cId="1305476487" sldId="261"/>
            <ac:spMk id="38" creationId="{C0036C6B-F09C-4EAB-AE02-8D056EE74856}"/>
          </ac:spMkLst>
        </pc:spChg>
        <pc:spChg chg="add del">
          <ac:chgData name="Ezra Olagoke" userId="d0d178bf0f90dd41" providerId="LiveId" clId="{B60E4D59-CD1E-4E4E-9267-D78819FB75F0}" dt="2026-02-27T01:52:34.726" v="1147" actId="26606"/>
          <ac:spMkLst>
            <pc:docMk/>
            <pc:sldMk cId="1305476487" sldId="261"/>
            <ac:spMk id="39" creationId="{FC8D5885-2804-4D3C-BE31-902E4D3279B0}"/>
          </ac:spMkLst>
        </pc:spChg>
        <pc:spChg chg="add del">
          <ac:chgData name="Ezra Olagoke" userId="d0d178bf0f90dd41" providerId="LiveId" clId="{B60E4D59-CD1E-4E4E-9267-D78819FB75F0}" dt="2026-02-27T01:53:41.069" v="1164" actId="26606"/>
          <ac:spMkLst>
            <pc:docMk/>
            <pc:sldMk cId="1305476487" sldId="261"/>
            <ac:spMk id="41" creationId="{04812C46-200A-4DEB-A05E-3ED6C68C2387}"/>
          </ac:spMkLst>
        </pc:spChg>
        <pc:spChg chg="add del">
          <ac:chgData name="Ezra Olagoke" userId="d0d178bf0f90dd41" providerId="LiveId" clId="{B60E4D59-CD1E-4E4E-9267-D78819FB75F0}" dt="2026-02-27T01:53:41.069" v="1164" actId="26606"/>
          <ac:spMkLst>
            <pc:docMk/>
            <pc:sldMk cId="1305476487" sldId="261"/>
            <ac:spMk id="42" creationId="{D1EA859B-E555-4109-94F3-6700E046E008}"/>
          </ac:spMkLst>
        </pc:spChg>
        <pc:spChg chg="add del">
          <ac:chgData name="Ezra Olagoke" userId="d0d178bf0f90dd41" providerId="LiveId" clId="{B60E4D59-CD1E-4E4E-9267-D78819FB75F0}" dt="2026-02-27T01:53:20.924" v="1153" actId="26606"/>
          <ac:spMkLst>
            <pc:docMk/>
            <pc:sldMk cId="1305476487" sldId="261"/>
            <ac:spMk id="47" creationId="{560AFAAC-EA6C-45A9-9E03-C9C9F0193B4F}"/>
          </ac:spMkLst>
        </pc:spChg>
        <pc:spChg chg="add del">
          <ac:chgData name="Ezra Olagoke" userId="d0d178bf0f90dd41" providerId="LiveId" clId="{B60E4D59-CD1E-4E4E-9267-D78819FB75F0}" dt="2026-02-27T01:53:20.924" v="1153" actId="26606"/>
          <ac:spMkLst>
            <pc:docMk/>
            <pc:sldMk cId="1305476487" sldId="261"/>
            <ac:spMk id="49" creationId="{83549E37-C86B-4401-90BD-D8BF83859F14}"/>
          </ac:spMkLst>
        </pc:spChg>
        <pc:spChg chg="add del">
          <ac:chgData name="Ezra Olagoke" userId="d0d178bf0f90dd41" providerId="LiveId" clId="{B60E4D59-CD1E-4E4E-9267-D78819FB75F0}" dt="2026-02-27T01:53:20.924" v="1153" actId="26606"/>
          <ac:spMkLst>
            <pc:docMk/>
            <pc:sldMk cId="1305476487" sldId="261"/>
            <ac:spMk id="51" creationId="{8A17784E-76D8-4521-A77D-0D2EBB923004}"/>
          </ac:spMkLst>
        </pc:spChg>
        <pc:spChg chg="add del">
          <ac:chgData name="Ezra Olagoke" userId="d0d178bf0f90dd41" providerId="LiveId" clId="{B60E4D59-CD1E-4E4E-9267-D78819FB75F0}" dt="2026-02-27T01:53:20.924" v="1153" actId="26606"/>
          <ac:spMkLst>
            <pc:docMk/>
            <pc:sldMk cId="1305476487" sldId="261"/>
            <ac:spMk id="53" creationId="{C0036C6B-F09C-4EAB-AE02-8D056EE74856}"/>
          </ac:spMkLst>
        </pc:spChg>
        <pc:spChg chg="add del">
          <ac:chgData name="Ezra Olagoke" userId="d0d178bf0f90dd41" providerId="LiveId" clId="{B60E4D59-CD1E-4E4E-9267-D78819FB75F0}" dt="2026-02-27T01:53:20.924" v="1153" actId="26606"/>
          <ac:spMkLst>
            <pc:docMk/>
            <pc:sldMk cId="1305476487" sldId="261"/>
            <ac:spMk id="55" creationId="{FC8D5885-2804-4D3C-BE31-902E4D3279B0}"/>
          </ac:spMkLst>
        </pc:spChg>
        <pc:spChg chg="add del">
          <ac:chgData name="Ezra Olagoke" userId="d0d178bf0f90dd41" providerId="LiveId" clId="{B60E4D59-CD1E-4E4E-9267-D78819FB75F0}" dt="2026-02-27T01:53:23.958" v="1155" actId="26606"/>
          <ac:spMkLst>
            <pc:docMk/>
            <pc:sldMk cId="1305476487" sldId="261"/>
            <ac:spMk id="57" creationId="{9F79630B-0F0B-446E-A637-38FA8F61D10E}"/>
          </ac:spMkLst>
        </pc:spChg>
        <pc:spChg chg="add del">
          <ac:chgData name="Ezra Olagoke" userId="d0d178bf0f90dd41" providerId="LiveId" clId="{B60E4D59-CD1E-4E4E-9267-D78819FB75F0}" dt="2026-02-27T01:53:23.958" v="1155" actId="26606"/>
          <ac:spMkLst>
            <pc:docMk/>
            <pc:sldMk cId="1305476487" sldId="261"/>
            <ac:spMk id="58" creationId="{B3437C99-FC8E-4311-B48A-F0C4C329B154}"/>
          </ac:spMkLst>
        </pc:spChg>
        <pc:spChg chg="add del">
          <ac:chgData name="Ezra Olagoke" userId="d0d178bf0f90dd41" providerId="LiveId" clId="{B60E4D59-CD1E-4E4E-9267-D78819FB75F0}" dt="2026-02-27T01:53:38.773" v="1161" actId="26606"/>
          <ac:spMkLst>
            <pc:docMk/>
            <pc:sldMk cId="1305476487" sldId="261"/>
            <ac:spMk id="65" creationId="{560AFAAC-EA6C-45A9-9E03-C9C9F0193B4F}"/>
          </ac:spMkLst>
        </pc:spChg>
        <pc:spChg chg="add del">
          <ac:chgData name="Ezra Olagoke" userId="d0d178bf0f90dd41" providerId="LiveId" clId="{B60E4D59-CD1E-4E4E-9267-D78819FB75F0}" dt="2026-02-27T01:53:38.773" v="1161" actId="26606"/>
          <ac:spMkLst>
            <pc:docMk/>
            <pc:sldMk cId="1305476487" sldId="261"/>
            <ac:spMk id="66" creationId="{83549E37-C86B-4401-90BD-D8BF83859F14}"/>
          </ac:spMkLst>
        </pc:spChg>
        <pc:spChg chg="add del">
          <ac:chgData name="Ezra Olagoke" userId="d0d178bf0f90dd41" providerId="LiveId" clId="{B60E4D59-CD1E-4E4E-9267-D78819FB75F0}" dt="2026-02-27T01:53:38.773" v="1161" actId="26606"/>
          <ac:spMkLst>
            <pc:docMk/>
            <pc:sldMk cId="1305476487" sldId="261"/>
            <ac:spMk id="67" creationId="{8A17784E-76D8-4521-A77D-0D2EBB923004}"/>
          </ac:spMkLst>
        </pc:spChg>
        <pc:spChg chg="add del">
          <ac:chgData name="Ezra Olagoke" userId="d0d178bf0f90dd41" providerId="LiveId" clId="{B60E4D59-CD1E-4E4E-9267-D78819FB75F0}" dt="2026-02-27T01:53:38.773" v="1161" actId="26606"/>
          <ac:spMkLst>
            <pc:docMk/>
            <pc:sldMk cId="1305476487" sldId="261"/>
            <ac:spMk id="68" creationId="{C0036C6B-F09C-4EAB-AE02-8D056EE74856}"/>
          </ac:spMkLst>
        </pc:spChg>
        <pc:spChg chg="add del">
          <ac:chgData name="Ezra Olagoke" userId="d0d178bf0f90dd41" providerId="LiveId" clId="{B60E4D59-CD1E-4E4E-9267-D78819FB75F0}" dt="2026-02-27T01:53:38.773" v="1161" actId="26606"/>
          <ac:spMkLst>
            <pc:docMk/>
            <pc:sldMk cId="1305476487" sldId="261"/>
            <ac:spMk id="69" creationId="{FC8D5885-2804-4D3C-BE31-902E4D3279B0}"/>
          </ac:spMkLst>
        </pc:spChg>
        <pc:spChg chg="add del">
          <ac:chgData name="Ezra Olagoke" userId="d0d178bf0f90dd41" providerId="LiveId" clId="{B60E4D59-CD1E-4E4E-9267-D78819FB75F0}" dt="2026-02-27T01:53:41.063" v="1163" actId="26606"/>
          <ac:spMkLst>
            <pc:docMk/>
            <pc:sldMk cId="1305476487" sldId="261"/>
            <ac:spMk id="71" creationId="{04812C46-200A-4DEB-A05E-3ED6C68C2387}"/>
          </ac:spMkLst>
        </pc:spChg>
        <pc:spChg chg="add del">
          <ac:chgData name="Ezra Olagoke" userId="d0d178bf0f90dd41" providerId="LiveId" clId="{B60E4D59-CD1E-4E4E-9267-D78819FB75F0}" dt="2026-02-27T01:53:41.063" v="1163" actId="26606"/>
          <ac:spMkLst>
            <pc:docMk/>
            <pc:sldMk cId="1305476487" sldId="261"/>
            <ac:spMk id="72" creationId="{D1EA859B-E555-4109-94F3-6700E046E008}"/>
          </ac:spMkLst>
        </pc:spChg>
        <pc:spChg chg="add del">
          <ac:chgData name="Ezra Olagoke" userId="d0d178bf0f90dd41" providerId="LiveId" clId="{B60E4D59-CD1E-4E4E-9267-D78819FB75F0}" dt="2026-02-27T01:56:38.813" v="1197" actId="26606"/>
          <ac:spMkLst>
            <pc:docMk/>
            <pc:sldMk cId="1305476487" sldId="261"/>
            <ac:spMk id="74" creationId="{9F79630B-0F0B-446E-A637-38FA8F61D10E}"/>
          </ac:spMkLst>
        </pc:spChg>
        <pc:spChg chg="add del">
          <ac:chgData name="Ezra Olagoke" userId="d0d178bf0f90dd41" providerId="LiveId" clId="{B60E4D59-CD1E-4E4E-9267-D78819FB75F0}" dt="2026-02-27T01:56:38.813" v="1197" actId="26606"/>
          <ac:spMkLst>
            <pc:docMk/>
            <pc:sldMk cId="1305476487" sldId="261"/>
            <ac:spMk id="75" creationId="{B3437C99-FC8E-4311-B48A-F0C4C329B154}"/>
          </ac:spMkLst>
        </pc:spChg>
        <pc:spChg chg="add del">
          <ac:chgData name="Ezra Olagoke" userId="d0d178bf0f90dd41" providerId="LiveId" clId="{B60E4D59-CD1E-4E4E-9267-D78819FB75F0}" dt="2026-02-27T01:56:12.552" v="1186" actId="26606"/>
          <ac:spMkLst>
            <pc:docMk/>
            <pc:sldMk cId="1305476487" sldId="261"/>
            <ac:spMk id="80" creationId="{9F79630B-0F0B-446E-A637-38FA8F61D10E}"/>
          </ac:spMkLst>
        </pc:spChg>
        <pc:spChg chg="add del">
          <ac:chgData name="Ezra Olagoke" userId="d0d178bf0f90dd41" providerId="LiveId" clId="{B60E4D59-CD1E-4E4E-9267-D78819FB75F0}" dt="2026-02-27T01:56:12.552" v="1186" actId="26606"/>
          <ac:spMkLst>
            <pc:docMk/>
            <pc:sldMk cId="1305476487" sldId="261"/>
            <ac:spMk id="82" creationId="{B3437C99-FC8E-4311-B48A-F0C4C329B154}"/>
          </ac:spMkLst>
        </pc:spChg>
        <pc:spChg chg="add del">
          <ac:chgData name="Ezra Olagoke" userId="d0d178bf0f90dd41" providerId="LiveId" clId="{B60E4D59-CD1E-4E4E-9267-D78819FB75F0}" dt="2026-02-27T01:56:25.167" v="1188" actId="26606"/>
          <ac:spMkLst>
            <pc:docMk/>
            <pc:sldMk cId="1305476487" sldId="261"/>
            <ac:spMk id="84" creationId="{F13C74B1-5B17-4795-BED0-7140497B445A}"/>
          </ac:spMkLst>
        </pc:spChg>
        <pc:spChg chg="add del">
          <ac:chgData name="Ezra Olagoke" userId="d0d178bf0f90dd41" providerId="LiveId" clId="{B60E4D59-CD1E-4E4E-9267-D78819FB75F0}" dt="2026-02-27T01:56:25.167" v="1188" actId="26606"/>
          <ac:spMkLst>
            <pc:docMk/>
            <pc:sldMk cId="1305476487" sldId="261"/>
            <ac:spMk id="85" creationId="{D4974D33-8DC5-464E-8C6D-BE58F0669C17}"/>
          </ac:spMkLst>
        </pc:spChg>
        <pc:spChg chg="add del">
          <ac:chgData name="Ezra Olagoke" userId="d0d178bf0f90dd41" providerId="LiveId" clId="{B60E4D59-CD1E-4E4E-9267-D78819FB75F0}" dt="2026-02-27T01:56:34.674" v="1192" actId="26606"/>
          <ac:spMkLst>
            <pc:docMk/>
            <pc:sldMk cId="1305476487" sldId="261"/>
            <ac:spMk id="90" creationId="{80DF40B2-80F7-4E71-B46C-284163F3654A}"/>
          </ac:spMkLst>
        </pc:spChg>
        <pc:spChg chg="add del">
          <ac:chgData name="Ezra Olagoke" userId="d0d178bf0f90dd41" providerId="LiveId" clId="{B60E4D59-CD1E-4E4E-9267-D78819FB75F0}" dt="2026-02-27T01:56:35.496" v="1194" actId="26606"/>
          <ac:spMkLst>
            <pc:docMk/>
            <pc:sldMk cId="1305476487" sldId="261"/>
            <ac:spMk id="92" creationId="{9F79630B-0F0B-446E-A637-38FA8F61D10E}"/>
          </ac:spMkLst>
        </pc:spChg>
        <pc:spChg chg="add del">
          <ac:chgData name="Ezra Olagoke" userId="d0d178bf0f90dd41" providerId="LiveId" clId="{B60E4D59-CD1E-4E4E-9267-D78819FB75F0}" dt="2026-02-27T01:56:35.496" v="1194" actId="26606"/>
          <ac:spMkLst>
            <pc:docMk/>
            <pc:sldMk cId="1305476487" sldId="261"/>
            <ac:spMk id="93" creationId="{B3437C99-FC8E-4311-B48A-F0C4C329B154}"/>
          </ac:spMkLst>
        </pc:spChg>
        <pc:spChg chg="add del">
          <ac:chgData name="Ezra Olagoke" userId="d0d178bf0f90dd41" providerId="LiveId" clId="{B60E4D59-CD1E-4E4E-9267-D78819FB75F0}" dt="2026-02-27T01:56:38.802" v="1196" actId="26606"/>
          <ac:spMkLst>
            <pc:docMk/>
            <pc:sldMk cId="1305476487" sldId="261"/>
            <ac:spMk id="95" creationId="{F13C74B1-5B17-4795-BED0-7140497B445A}"/>
          </ac:spMkLst>
        </pc:spChg>
        <pc:spChg chg="add del">
          <ac:chgData name="Ezra Olagoke" userId="d0d178bf0f90dd41" providerId="LiveId" clId="{B60E4D59-CD1E-4E4E-9267-D78819FB75F0}" dt="2026-02-27T01:56:38.802" v="1196" actId="26606"/>
          <ac:spMkLst>
            <pc:docMk/>
            <pc:sldMk cId="1305476487" sldId="261"/>
            <ac:spMk id="96" creationId="{D4974D33-8DC5-464E-8C6D-BE58F0669C17}"/>
          </ac:spMkLst>
        </pc:spChg>
        <pc:spChg chg="add">
          <ac:chgData name="Ezra Olagoke" userId="d0d178bf0f90dd41" providerId="LiveId" clId="{B60E4D59-CD1E-4E4E-9267-D78819FB75F0}" dt="2026-02-27T01:56:38.813" v="1197" actId="26606"/>
          <ac:spMkLst>
            <pc:docMk/>
            <pc:sldMk cId="1305476487" sldId="261"/>
            <ac:spMk id="98" creationId="{80DF40B2-80F7-4E71-B46C-284163F3654A}"/>
          </ac:spMkLst>
        </pc:spChg>
        <pc:grpChg chg="add del">
          <ac:chgData name="Ezra Olagoke" userId="d0d178bf0f90dd41" providerId="LiveId" clId="{B60E4D59-CD1E-4E4E-9267-D78819FB75F0}" dt="2026-02-27T01:53:35.303" v="1159" actId="26606"/>
          <ac:grpSpMkLst>
            <pc:docMk/>
            <pc:sldMk cId="1305476487" sldId="261"/>
            <ac:grpSpMk id="62" creationId="{6258F736-B256-8039-9DC6-F4E49A5C5AD5}"/>
          </ac:grpSpMkLst>
        </pc:grpChg>
        <pc:grpChg chg="add del">
          <ac:chgData name="Ezra Olagoke" userId="d0d178bf0f90dd41" providerId="LiveId" clId="{B60E4D59-CD1E-4E4E-9267-D78819FB75F0}" dt="2026-02-27T01:56:29.474" v="1190" actId="26606"/>
          <ac:grpSpMkLst>
            <pc:docMk/>
            <pc:sldMk cId="1305476487" sldId="261"/>
            <ac:grpSpMk id="87" creationId="{6258F736-B256-8039-9DC6-F4E49A5C5AD5}"/>
          </ac:grpSpMkLst>
        </pc:grpChg>
        <pc:picChg chg="add del mod">
          <ac:chgData name="Ezra Olagoke" userId="d0d178bf0f90dd41" providerId="LiveId" clId="{B60E4D59-CD1E-4E4E-9267-D78819FB75F0}" dt="2026-02-27T01:46:54.086" v="1126" actId="478"/>
          <ac:picMkLst>
            <pc:docMk/>
            <pc:sldMk cId="1305476487" sldId="261"/>
            <ac:picMk id="5" creationId="{0064477F-0384-D908-4953-6EC7B72453EA}"/>
          </ac:picMkLst>
        </pc:picChg>
        <pc:picChg chg="add del mod">
          <ac:chgData name="Ezra Olagoke" userId="d0d178bf0f90dd41" providerId="LiveId" clId="{B60E4D59-CD1E-4E4E-9267-D78819FB75F0}" dt="2026-02-27T01:50:22.281" v="1134" actId="478"/>
          <ac:picMkLst>
            <pc:docMk/>
            <pc:sldMk cId="1305476487" sldId="261"/>
            <ac:picMk id="7" creationId="{DCD7FD4F-E099-CDFD-AEB7-EC4FEDD9BA20}"/>
          </ac:picMkLst>
        </pc:picChg>
        <pc:picChg chg="add mod ord">
          <ac:chgData name="Ezra Olagoke" userId="d0d178bf0f90dd41" providerId="LiveId" clId="{B60E4D59-CD1E-4E4E-9267-D78819FB75F0}" dt="2026-02-27T01:56:38.813" v="1197" actId="26606"/>
          <ac:picMkLst>
            <pc:docMk/>
            <pc:sldMk cId="1305476487" sldId="261"/>
            <ac:picMk id="9" creationId="{B47B8DA8-18F1-D28A-6CCB-C2E7853ADC05}"/>
          </ac:picMkLst>
        </pc:picChg>
        <pc:cxnChg chg="add del">
          <ac:chgData name="Ezra Olagoke" userId="d0d178bf0f90dd41" providerId="LiveId" clId="{B60E4D59-CD1E-4E4E-9267-D78819FB75F0}" dt="2026-02-27T01:53:28.723" v="1157" actId="26606"/>
          <ac:cxnSpMkLst>
            <pc:docMk/>
            <pc:sldMk cId="1305476487" sldId="261"/>
            <ac:cxnSpMk id="60" creationId="{1503BFE4-729B-D9D0-C17B-501E6AF1127A}"/>
          </ac:cxnSpMkLst>
        </pc:cxnChg>
      </pc:sldChg>
      <pc:sldMasterChg chg="modSldLayout">
        <pc:chgData name="Ezra Olagoke" userId="d0d178bf0f90dd41" providerId="LiveId" clId="{B60E4D59-CD1E-4E4E-9267-D78819FB75F0}" dt="2026-02-27T01:09:48.221" v="360" actId="1038"/>
        <pc:sldMasterMkLst>
          <pc:docMk/>
          <pc:sldMasterMk cId="353890269" sldId="2147483648"/>
        </pc:sldMasterMkLst>
        <pc:sldLayoutChg chg="addSp delSp modSp mod">
          <pc:chgData name="Ezra Olagoke" userId="d0d178bf0f90dd41" providerId="LiveId" clId="{B60E4D59-CD1E-4E4E-9267-D78819FB75F0}" dt="2026-02-27T01:09:48.221" v="360" actId="1038"/>
          <pc:sldLayoutMkLst>
            <pc:docMk/>
            <pc:sldMasterMk cId="353890269" sldId="2147483648"/>
            <pc:sldLayoutMk cId="3806413494" sldId="2147483649"/>
          </pc:sldLayoutMkLst>
          <pc:spChg chg="mod">
            <ac:chgData name="Ezra Olagoke" userId="d0d178bf0f90dd41" providerId="LiveId" clId="{B60E4D59-CD1E-4E4E-9267-D78819FB75F0}" dt="2026-02-27T00:58:02.128" v="285" actId="20577"/>
            <ac:spMkLst>
              <pc:docMk/>
              <pc:sldMasterMk cId="353890269" sldId="2147483648"/>
              <pc:sldLayoutMk cId="3806413494" sldId="2147483649"/>
              <ac:spMk id="6" creationId="{855C4478-FF56-2C52-9194-0EA670664B1A}"/>
            </ac:spMkLst>
          </pc:spChg>
          <pc:picChg chg="add del mod">
            <ac:chgData name="Ezra Olagoke" userId="d0d178bf0f90dd41" providerId="LiveId" clId="{B60E4D59-CD1E-4E4E-9267-D78819FB75F0}" dt="2026-02-27T00:58:02.692" v="288" actId="931"/>
            <ac:picMkLst>
              <pc:docMk/>
              <pc:sldMasterMk cId="353890269" sldId="2147483648"/>
              <pc:sldLayoutMk cId="3806413494" sldId="2147483649"/>
              <ac:picMk id="8" creationId="{3626F63B-EB9F-5E59-A68B-EDC37388B949}"/>
            </ac:picMkLst>
          </pc:picChg>
          <pc:picChg chg="add mod">
            <ac:chgData name="Ezra Olagoke" userId="d0d178bf0f90dd41" providerId="LiveId" clId="{B60E4D59-CD1E-4E4E-9267-D78819FB75F0}" dt="2026-02-27T01:09:48.221" v="360" actId="1038"/>
            <ac:picMkLst>
              <pc:docMk/>
              <pc:sldMasterMk cId="353890269" sldId="2147483648"/>
              <pc:sldLayoutMk cId="3806413494" sldId="2147483649"/>
              <ac:picMk id="10" creationId="{1532BF2E-3FFC-F914-538F-48AF28125A36}"/>
            </ac:picMkLst>
          </pc:picChg>
        </pc:sldLayoutChg>
        <pc:sldLayoutChg chg="addSp delSp modSp mod">
          <pc:chgData name="Ezra Olagoke" userId="d0d178bf0f90dd41" providerId="LiveId" clId="{B60E4D59-CD1E-4E4E-9267-D78819FB75F0}" dt="2026-02-27T01:06:48.050" v="345" actId="478"/>
          <pc:sldLayoutMkLst>
            <pc:docMk/>
            <pc:sldMasterMk cId="353890269" sldId="2147483648"/>
            <pc:sldLayoutMk cId="4196563804" sldId="2147483650"/>
          </pc:sldLayoutMkLst>
          <pc:spChg chg="del mod">
            <ac:chgData name="Ezra Olagoke" userId="d0d178bf0f90dd41" providerId="LiveId" clId="{B60E4D59-CD1E-4E4E-9267-D78819FB75F0}" dt="2026-02-27T01:06:48.050" v="345" actId="478"/>
            <ac:spMkLst>
              <pc:docMk/>
              <pc:sldMasterMk cId="353890269" sldId="2147483648"/>
              <pc:sldLayoutMk cId="4196563804" sldId="2147483650"/>
              <ac:spMk id="5" creationId="{9C06248E-B439-E419-4C1F-E947A24F94DB}"/>
            </ac:spMkLst>
          </pc:spChg>
          <pc:picChg chg="add mod">
            <ac:chgData name="Ezra Olagoke" userId="d0d178bf0f90dd41" providerId="LiveId" clId="{B60E4D59-CD1E-4E4E-9267-D78819FB75F0}" dt="2026-02-27T01:03:34.098" v="293" actId="1076"/>
            <ac:picMkLst>
              <pc:docMk/>
              <pc:sldMasterMk cId="353890269" sldId="2147483648"/>
              <pc:sldLayoutMk cId="4196563804" sldId="2147483650"/>
              <ac:picMk id="8" creationId="{B3CEB699-1C1F-AEBB-644D-98961D19BDFF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1912CDB-24E0-60D0-E461-23E4BF56B8C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NATIONAL SOCIETY OF BLACK ENGINEERS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B62357-EDC6-EB23-0D2E-A2867CAA13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129A79-C732-4870-A382-79731939B563}" type="datetime1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7DB2AE-34FD-2407-CE3A-8A9B7386CF2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0B24F5-F8F5-3E36-AE74-54D06FF709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161A02-F65B-4151-854E-1152F8333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145956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NATIONAL SOCIETY OF BLACK ENGINEERS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D08336-5613-4F06-BA76-1AD9D51A5A59}" type="datetime1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126311-F86D-444C-BA14-DC691BAE7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620834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0F139-4410-BD69-0DC9-F900EDE105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D4A0FE-328D-0B08-8E3D-13E9D2795B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44810-FA5B-032A-C9CC-8BBA0CFB6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A5B79-FBEC-4C8F-AAA7-65892941DC79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0C6F3-C778-7CAD-0234-01580C551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C4478-FF56-2C52-9194-0EA670664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Picture 9" descr="The image features a stylized representation of the logo for the Southeast Missouri State University, showcasing a flame and a star emblem.&#10;&#10;AI-generated content may be incorrect.">
            <a:extLst>
              <a:ext uri="{FF2B5EF4-FFF2-40B4-BE49-F238E27FC236}">
                <a16:creationId xmlns:a16="http://schemas.microsoft.com/office/drawing/2014/main" id="{1532BF2E-3FFC-F914-538F-48AF28125A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0647" y="41640"/>
            <a:ext cx="866781" cy="99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413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71B00-CE5D-D1A4-1265-51302B878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9D939-6429-B984-6064-65936C937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B62F2-B85B-5472-94AD-441894A52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7D5DE-A5A5-4143-A074-758356A69896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3DC72-3D46-C4BB-0EBF-84E17EADC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The image features a stylized representation of the logo for the Southeast Missouri State University, showcasing a flame and a star emblem.&#10;&#10;AI-generated content may be incorrect.">
            <a:extLst>
              <a:ext uri="{FF2B5EF4-FFF2-40B4-BE49-F238E27FC236}">
                <a16:creationId xmlns:a16="http://schemas.microsoft.com/office/drawing/2014/main" id="{B3CEB699-1C1F-AEBB-644D-98961D19BD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0019" y="37299"/>
            <a:ext cx="866781" cy="99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563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09DF8-19E9-4563-7E40-A64F467DA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B41C7-DB0B-B02E-0A47-ACB1965E0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767C1-5DA2-EA96-E11F-AEEB8E6DC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6DFDD-B1E9-473D-AADD-74A88BC4AC6C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3C850-5900-3C3D-B850-AB793365E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F4B8C-BFE5-9027-B5E3-CB353F809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755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74B56-A0DF-B3B0-D9D2-0CFF82ECA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F5C10-E2D3-82FF-C2EE-CDDFCAC13D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0F0606-1F27-505C-8306-1134A1BB9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59C0C-AE9D-0A75-6401-17DAD8B3A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47725-6309-4A02-B9F6-465EBB75CC0E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15EE7-AD01-B2E3-3D46-5D6F2CEB4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B9D96-E682-5125-3D69-39F95704E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0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3031E-B635-68B7-8DAC-6BC5142B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E7158-7A9E-8E3B-1E8D-8C256888E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1ACA2B-79C8-EC1E-9812-EE300A889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236D4C-BE58-F468-B50D-213C8267D8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04BB9A-B10F-2763-0D30-4AF40B0587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BBDA83-5563-8668-4800-4F1ADECB4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29E73-01A0-4348-ADD1-3D15F24EADB9}" type="datetime1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02E6B8-DAD2-B63A-F401-595156B47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E727AF-10F1-BD61-B305-AAA4EE08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61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D54C1-5C56-C6B7-2383-CAD03EF0B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250526-A145-0B9B-4218-F3FAB15F2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2783B-F12E-4C70-B540-7E94DD75D57D}" type="datetime1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455484-09C5-94F3-1DE8-850BC35EA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6F6008-698E-4EB2-34AC-156769125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568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BE0B70-5D4E-EDDF-CC9C-D20781C23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EDF3A-CB1E-4E46-BAE0-7326C9F66BC3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29B58C-E6F6-222A-37C1-985E743E5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2C31B-06DB-328B-BF78-1B437DF4E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413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FDC95-454C-B1E1-99BF-A5817064D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8BD63-4A45-D041-7830-DD1184154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300105-DF46-E4B0-F6C5-680AEA648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16ABD9-3A3F-54F3-5212-8A74183E6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0C944-0366-4FAD-A8C6-6676BCE8AD3A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59145A-9768-50EE-F8BD-905E6D474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C70ABB-1496-3057-FC51-2F7D02380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49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8DD5F-64B2-F9B1-63E8-B43BD1BFF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E39E38-F518-60E8-E497-CF7054C543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AAB659-C3E4-D134-0532-29121D58B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9BD74D-0B9E-DF27-6BBD-1735216DB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4763C-DF12-433F-A432-8E3D6E3AC925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AE84C3-B72B-9FB3-AE74-9F4B374EE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820CDB-3B48-5CFF-4AA9-D54AA9BFC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632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EEBE7-55D1-184E-4E44-25A4248E8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E7294-3D2E-7122-6810-5A85E0AD8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D8855-69E2-90EB-D907-0CF22173D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D4C3-C1DC-4C43-B9CD-44DE6E080323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CF0FB-4227-EBF1-1EB2-49DD4E83A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CB876-C937-E1AF-508C-C7B49C80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A1E607-8C41-6715-2960-A703A0EF87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7CE0A0-DC1A-4203-9E6B-367B88B85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23BBC-D36F-C913-3CFB-51DC22C62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EA1E4-9790-4076-881C-DC98C5DF62BE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C0AE5-92FF-9E6D-EF11-66425A018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75E0F-DBBE-E39B-8CEB-F6CC6BA7C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75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DB34C8-4BE1-C351-05D6-C5A347F92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BE5E7C-6938-9827-E9A3-14AE68093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A8030-0F8D-4425-85E9-37D41B7EEA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F3A3FC-AE4A-46BE-A499-B5CD644943C4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F0FA4-EA3F-B6D3-0343-34A30F782E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NATIONAL SOCIETY OF BLACK ENGINEERS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FA729-A1D2-B50D-0715-938E2ACC9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90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756D7-94D7-183B-5D98-2267F0E985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AI/ML Guardrails for EEG Diagnosis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1D7B51-2624-1E89-6886-CB35A0F33A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National Society of Black Engineers</a:t>
            </a:r>
          </a:p>
          <a:p>
            <a:r>
              <a:rPr lang="en-US" dirty="0"/>
              <a:t>AI Impact-a-thon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88836-E28A-50B4-8EE3-B788B98CD6CE}"/>
              </a:ext>
            </a:extLst>
          </p:cNvPr>
          <p:cNvSpPr txBox="1"/>
          <p:nvPr/>
        </p:nvSpPr>
        <p:spPr>
          <a:xfrm>
            <a:off x="8361872" y="4719974"/>
            <a:ext cx="256018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Team: The GMLG Legion</a:t>
            </a:r>
          </a:p>
          <a:p>
            <a:r>
              <a:rPr lang="en-US" dirty="0"/>
              <a:t>Ezra Olagoke</a:t>
            </a:r>
          </a:p>
          <a:p>
            <a:r>
              <a:rPr lang="en-US" dirty="0"/>
              <a:t>Daniel </a:t>
            </a:r>
            <a:r>
              <a:rPr lang="en-US" dirty="0" err="1"/>
              <a:t>Anorue</a:t>
            </a:r>
            <a:endParaRPr lang="en-US" dirty="0"/>
          </a:p>
          <a:p>
            <a:r>
              <a:rPr lang="en-US" dirty="0"/>
              <a:t>Adeboye Adenuga</a:t>
            </a:r>
          </a:p>
          <a:p>
            <a:r>
              <a:rPr lang="en-US" dirty="0" err="1"/>
              <a:t>Imole</a:t>
            </a:r>
            <a:r>
              <a:rPr lang="en-US" dirty="0"/>
              <a:t> Michael </a:t>
            </a:r>
            <a:r>
              <a:rPr lang="en-US" dirty="0" err="1"/>
              <a:t>Oyetibo</a:t>
            </a:r>
            <a:endParaRPr lang="en-US" dirty="0"/>
          </a:p>
          <a:p>
            <a:r>
              <a:rPr lang="en-US" dirty="0"/>
              <a:t>Gabriel </a:t>
            </a:r>
            <a:r>
              <a:rPr lang="en-US" dirty="0" err="1"/>
              <a:t>Kiveu</a:t>
            </a:r>
            <a:endParaRPr lang="en-US" dirty="0"/>
          </a:p>
          <a:p>
            <a:r>
              <a:rPr lang="en-US" dirty="0"/>
              <a:t>Marius Keita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C3E37-BA4E-13DB-F9F8-4D1BEB4B7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521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0F893-EE31-E552-0C7C-38AB5C448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What are AI/ML Guardrails?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4AD6BCA-6DFF-603D-22A2-AD1B56FA07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dirty="0"/>
              <a:t>AL/ML Guardrails are a set of rules or governance designed to ensure that the output of a Large Language Model (LLM) is safe, unharmful, ethical, and appropriate. </a:t>
            </a:r>
          </a:p>
          <a:p>
            <a:r>
              <a:rPr lang="en-US" dirty="0"/>
              <a:t>Essential for creating responsible and trustworthy AI systems.</a:t>
            </a:r>
          </a:p>
        </p:txBody>
      </p:sp>
      <p:pic>
        <p:nvPicPr>
          <p:cNvPr id="5" name="Picture 4" descr="The image depicts a winding, curved metal road leading to the sea under a clear, cloudless sky.&#10;&#10;AI-generated content may be incorrect.">
            <a:extLst>
              <a:ext uri="{FF2B5EF4-FFF2-40B4-BE49-F238E27FC236}">
                <a16:creationId xmlns:a16="http://schemas.microsoft.com/office/drawing/2014/main" id="{00E47808-45E4-38D3-0FD0-8713AAB2E2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50" r="17684" b="1"/>
          <a:stretch>
            <a:fillRect/>
          </a:stretch>
        </p:blipFill>
        <p:spPr>
          <a:xfrm>
            <a:off x="6172200" y="1825625"/>
            <a:ext cx="5181600" cy="4351338"/>
          </a:xfrm>
          <a:prstGeom prst="rect">
            <a:avLst/>
          </a:prstGeom>
          <a:noFill/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C7F29F-5908-F8F0-1343-26A4EA2B3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NATIONAL SOCIETY OF BLACK ENGINEERS</a:t>
            </a:r>
          </a:p>
        </p:txBody>
      </p:sp>
    </p:spTree>
    <p:extLst>
      <p:ext uri="{BB962C8B-B14F-4D97-AF65-F5344CB8AC3E}">
        <p14:creationId xmlns:p14="http://schemas.microsoft.com/office/powerpoint/2010/main" val="379883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4E86D-4608-FD1C-A472-3A5D278A6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5535-D977-A81C-CE2F-1A0E94EB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0875"/>
            <a:ext cx="10515600" cy="1325563"/>
          </a:xfrm>
        </p:spPr>
        <p:txBody>
          <a:bodyPr/>
          <a:lstStyle/>
          <a:p>
            <a:r>
              <a:rPr lang="en-US" dirty="0"/>
              <a:t>Types of AI/ML Guardrails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AD12C14-4E84-7323-D479-37967B5F6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2584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Topical Guardrails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 Ensuring the AI stays on a specific topic.</a:t>
            </a:r>
          </a:p>
          <a:p>
            <a:pPr lvl="0"/>
            <a:r>
              <a:rPr lang="en-US" dirty="0"/>
              <a:t>Security Guardrails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 Preventing the AI from executing harmful code or interacting with malicious actors. </a:t>
            </a:r>
          </a:p>
          <a:p>
            <a:pPr lvl="0"/>
            <a:r>
              <a:rPr lang="en-US" dirty="0"/>
              <a:t>Bias and Fairness Guardrails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 Detecting and mitigating biases in the AI's responses.</a:t>
            </a:r>
          </a:p>
          <a:p>
            <a:pPr lvl="0"/>
            <a:r>
              <a:rPr lang="en-US" dirty="0"/>
              <a:t>Multi-LLM Voting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 Using multiple AI models to generate responses and then having a "judge" model select the best and safest one. 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54A20C-8BBB-CD0D-38B6-15AC7EBABBF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NATIONAL SOCIETY OF BLACK ENGINEERS</a:t>
            </a:r>
          </a:p>
        </p:txBody>
      </p:sp>
    </p:spTree>
    <p:extLst>
      <p:ext uri="{BB962C8B-B14F-4D97-AF65-F5344CB8AC3E}">
        <p14:creationId xmlns:p14="http://schemas.microsoft.com/office/powerpoint/2010/main" val="779831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B166E-1197-7D99-26EA-20BF6D9FC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04335-9650-F1B9-8E51-5A21D537F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0875"/>
            <a:ext cx="10515600" cy="1325563"/>
          </a:xfrm>
        </p:spPr>
        <p:txBody>
          <a:bodyPr/>
          <a:lstStyle/>
          <a:p>
            <a:r>
              <a:rPr lang="en-US" dirty="0"/>
              <a:t>MISDIAGNOSIS OF EPILEPSY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2418DC2-361E-927C-13EA-8940743B2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2584"/>
            <a:ext cx="10515600" cy="4351338"/>
          </a:xfrm>
        </p:spPr>
        <p:txBody>
          <a:bodyPr/>
          <a:lstStyle/>
          <a:p>
            <a:r>
              <a:rPr lang="en-US"/>
              <a:t>Epilepsy is frequently misdiagnosed</a:t>
            </a:r>
          </a:p>
          <a:p>
            <a:pPr lvl="1"/>
            <a:r>
              <a:rPr lang="en-US"/>
              <a:t>Occurs most when non-epileptic events appear identical to seizures.</a:t>
            </a:r>
          </a:p>
          <a:p>
            <a:pPr lvl="1"/>
            <a:r>
              <a:rPr lang="en-US"/>
              <a:t>Sleep disorders, migraines, fainting, and psychogenic non-epileptic seizures (PNES) are often mistaken for epilepsy.</a:t>
            </a:r>
          </a:p>
          <a:p>
            <a:pPr lvl="1"/>
            <a:r>
              <a:rPr lang="en-US"/>
              <a:t>Between 20% to 30% of patients diagnosed don’t actually have epilepsy.</a:t>
            </a:r>
          </a:p>
          <a:p>
            <a:pPr lvl="1"/>
            <a:r>
              <a:rPr lang="en-US"/>
              <a:t>AI has also misdiagnosed epilepsy.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EEC339-998D-51F2-FC82-473BFFF9F33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NATIONAL SOCIETY OF BLACK ENGINEERS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180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4C729E-FA9B-63F7-6938-CD36B590E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8" name="Rectangle 97">
            <a:extLst>
              <a:ext uri="{FF2B5EF4-FFF2-40B4-BE49-F238E27FC236}">
                <a16:creationId xmlns:a16="http://schemas.microsoft.com/office/drawing/2014/main" id="{80DF40B2-80F7-4E71-B46C-284163F3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99428B-E0C5-7353-5002-9432B24F5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48464"/>
            <a:ext cx="4107874" cy="22280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BARRIERS DUE TO MISDIAGNOSIS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BE2453D-FB03-A180-AAA3-47E6C637A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2962279"/>
            <a:ext cx="3799425" cy="31432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/>
              <a:t>Unjustified driving restrictions</a:t>
            </a:r>
          </a:p>
          <a:p>
            <a:r>
              <a:rPr lang="en-US" sz="2400" dirty="0"/>
              <a:t>Unnecessary anti-seizure medications</a:t>
            </a:r>
          </a:p>
          <a:p>
            <a:r>
              <a:rPr lang="en-US" sz="2400" dirty="0"/>
              <a:t>Psychological distress</a:t>
            </a:r>
          </a:p>
          <a:p>
            <a:r>
              <a:rPr lang="en-US" sz="2400" dirty="0"/>
              <a:t>Social stigma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7B8DA8-18F1-D28A-6CCB-C2E7853ADC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6" r="24203" b="-1"/>
          <a:stretch>
            <a:fillRect/>
          </a:stretch>
        </p:blipFill>
        <p:spPr>
          <a:xfrm>
            <a:off x="5010386" y="10"/>
            <a:ext cx="7181613" cy="6857990"/>
          </a:xfrm>
          <a:prstGeom prst="rect">
            <a:avLst/>
          </a:prstGeom>
          <a:effectLst/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F6A5AD-E309-33A1-D118-BA23C0DE4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24" y="6356350"/>
            <a:ext cx="482445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  <a:defRPr/>
            </a:pPr>
            <a:r>
              <a:rPr lang="en-US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NATIONAL SOCIETY OF BLACK ENGINEERS</a:t>
            </a:r>
          </a:p>
        </p:txBody>
      </p:sp>
    </p:spTree>
    <p:extLst>
      <p:ext uri="{BB962C8B-B14F-4D97-AF65-F5344CB8AC3E}">
        <p14:creationId xmlns:p14="http://schemas.microsoft.com/office/powerpoint/2010/main" val="1305476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252</Words>
  <Application>Microsoft Office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Courier New</vt:lpstr>
      <vt:lpstr>Office Theme</vt:lpstr>
      <vt:lpstr>AI/ML Guardrails for EEG Diagnosis</vt:lpstr>
      <vt:lpstr>What are AI/ML Guardrails?</vt:lpstr>
      <vt:lpstr>Types of AI/ML Guardrails</vt:lpstr>
      <vt:lpstr>MISDIAGNOSIS OF EPILEPSY</vt:lpstr>
      <vt:lpstr>BARRIERS DUE TO MISDIAGNOSIS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Ezra Olagoke</dc:creator>
  <cp:lastModifiedBy>Ezra Olagoke</cp:lastModifiedBy>
  <cp:revision>1</cp:revision>
  <dcterms:created xsi:type="dcterms:W3CDTF">2026-02-25T22:17:39Z</dcterms:created>
  <dcterms:modified xsi:type="dcterms:W3CDTF">2026-02-27T01:57:04Z</dcterms:modified>
</cp:coreProperties>
</file>