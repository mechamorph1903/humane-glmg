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1A219-018E-489A-A5B3-ECA4D22400CB}" v="17" dt="2026-02-27T01:30:41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Olagoke" userId="d0d178bf0f90dd41" providerId="LiveId" clId="{B60E4D59-CD1E-4E4E-9267-D78819FB75F0}"/>
    <pc:docChg chg="undo custSel addSld delSld modSld modMainMaster">
      <pc:chgData name="Ezra Olagoke" userId="d0d178bf0f90dd41" providerId="LiveId" clId="{B60E4D59-CD1E-4E4E-9267-D78819FB75F0}" dt="2026-03-07T05:55:16.236" v="2373" actId="20577"/>
      <pc:docMkLst>
        <pc:docMk/>
      </pc:docMkLst>
      <pc:sldChg chg="addSp modSp mod">
        <pc:chgData name="Ezra Olagoke" userId="d0d178bf0f90dd41" providerId="LiveId" clId="{B60E4D59-CD1E-4E4E-9267-D78819FB75F0}" dt="2026-03-07T05:54:52.496" v="2357" actId="20577"/>
        <pc:sldMkLst>
          <pc:docMk/>
          <pc:sldMk cId="468521114" sldId="256"/>
        </pc:sldMkLst>
        <pc:spChg chg="mod">
          <ac:chgData name="Ezra Olagoke" userId="d0d178bf0f90dd41" providerId="LiveId" clId="{B60E4D59-CD1E-4E4E-9267-D78819FB75F0}" dt="2026-03-07T05:54:52.496" v="2357" actId="20577"/>
          <ac:spMkLst>
            <pc:docMk/>
            <pc:sldMk cId="468521114" sldId="256"/>
            <ac:spMk id="2" creationId="{8B7756D7-94D7-183B-5D98-2267F0E98508}"/>
          </ac:spMkLst>
        </pc:spChg>
        <pc:spChg chg="mod">
          <ac:chgData name="Ezra Olagoke" userId="d0d178bf0f90dd41" providerId="LiveId" clId="{B60E4D59-CD1E-4E4E-9267-D78819FB75F0}" dt="2026-02-27T01:36:03.066" v="1092" actId="20577"/>
          <ac:spMkLst>
            <pc:docMk/>
            <pc:sldMk cId="468521114" sldId="256"/>
            <ac:spMk id="3" creationId="{3D1D7B51-2624-1E89-6886-CB35A0F33A86}"/>
          </ac:spMkLst>
        </pc:spChg>
        <pc:spChg chg="add mod">
          <ac:chgData name="Ezra Olagoke" userId="d0d178bf0f90dd41" providerId="LiveId" clId="{B60E4D59-CD1E-4E4E-9267-D78819FB75F0}" dt="2026-03-07T05:51:25.667" v="2298" actId="20577"/>
          <ac:spMkLst>
            <pc:docMk/>
            <pc:sldMk cId="468521114" sldId="256"/>
            <ac:spMk id="4" creationId="{1DB88836-E28A-50B4-8EE3-B788B98CD6CE}"/>
          </ac:spMkLst>
        </pc:spChg>
      </pc:sldChg>
      <pc:sldChg chg="addSp delSp modSp mod modClrScheme chgLayout">
        <pc:chgData name="Ezra Olagoke" userId="d0d178bf0f90dd41" providerId="LiveId" clId="{B60E4D59-CD1E-4E4E-9267-D78819FB75F0}" dt="2026-03-07T05:55:08.364" v="2363" actId="20577"/>
        <pc:sldMkLst>
          <pc:docMk/>
          <pc:sldMk cId="3798839558" sldId="257"/>
        </pc:sldMkLst>
        <pc:spChg chg="mod">
          <ac:chgData name="Ezra Olagoke" userId="d0d178bf0f90dd41" providerId="LiveId" clId="{B60E4D59-CD1E-4E4E-9267-D78819FB75F0}" dt="2026-03-07T05:38:16.722" v="1311" actId="20577"/>
          <ac:spMkLst>
            <pc:docMk/>
            <pc:sldMk cId="3798839558" sldId="257"/>
            <ac:spMk id="2" creationId="{3740F893-EE31-E552-0C7C-38AB5C448DC8}"/>
          </ac:spMkLst>
        </pc:spChg>
        <pc:spChg chg="mod ord">
          <ac:chgData name="Ezra Olagoke" userId="d0d178bf0f90dd41" providerId="LiveId" clId="{B60E4D59-CD1E-4E4E-9267-D78819FB75F0}" dt="2026-02-27T01:42:01.096" v="1098" actId="26606"/>
          <ac:spMkLst>
            <pc:docMk/>
            <pc:sldMk cId="3798839558" sldId="257"/>
            <ac:spMk id="3" creationId="{63C7F29F-5908-F8F0-1343-26A4EA2B3393}"/>
          </ac:spMkLst>
        </pc:spChg>
        <pc:spChg chg="mod">
          <ac:chgData name="Ezra Olagoke" userId="d0d178bf0f90dd41" providerId="LiveId" clId="{B60E4D59-CD1E-4E4E-9267-D78819FB75F0}" dt="2026-03-07T05:55:08.364" v="2363" actId="20577"/>
          <ac:spMkLst>
            <pc:docMk/>
            <pc:sldMk cId="3798839558" sldId="257"/>
            <ac:spMk id="14" creationId="{04AD6BCA-6DFF-603D-22A2-AD1B56FA078B}"/>
          </ac:spMkLst>
        </pc:spChg>
        <pc:picChg chg="add del mod">
          <ac:chgData name="Ezra Olagoke" userId="d0d178bf0f90dd41" providerId="LiveId" clId="{B60E4D59-CD1E-4E4E-9267-D78819FB75F0}" dt="2026-03-07T04:27:14.954" v="1200" actId="478"/>
          <ac:picMkLst>
            <pc:docMk/>
            <pc:sldMk cId="3798839558" sldId="257"/>
            <ac:picMk id="5" creationId="{00E47808-45E4-38D3-0FD0-8713AAB2E29A}"/>
          </ac:picMkLst>
        </pc:picChg>
      </pc:sldChg>
      <pc:sldChg chg="modSp add mod">
        <pc:chgData name="Ezra Olagoke" userId="d0d178bf0f90dd41" providerId="LiveId" clId="{B60E4D59-CD1E-4E4E-9267-D78819FB75F0}" dt="2026-03-07T05:55:16.236" v="2373" actId="20577"/>
        <pc:sldMkLst>
          <pc:docMk/>
          <pc:sldMk cId="779831096" sldId="259"/>
        </pc:sldMkLst>
        <pc:spChg chg="mod">
          <ac:chgData name="Ezra Olagoke" userId="d0d178bf0f90dd41" providerId="LiveId" clId="{B60E4D59-CD1E-4E4E-9267-D78819FB75F0}" dt="2026-03-07T05:55:16.236" v="2373" actId="20577"/>
          <ac:spMkLst>
            <pc:docMk/>
            <pc:sldMk cId="779831096" sldId="259"/>
            <ac:spMk id="2" creationId="{EDE75535-D977-A81C-CE2F-1A0E94EBF18A}"/>
          </ac:spMkLst>
        </pc:spChg>
        <pc:spChg chg="mod">
          <ac:chgData name="Ezra Olagoke" userId="d0d178bf0f90dd41" providerId="LiveId" clId="{B60E4D59-CD1E-4E4E-9267-D78819FB75F0}" dt="2026-03-07T05:48:30.139" v="2124" actId="20577"/>
          <ac:spMkLst>
            <pc:docMk/>
            <pc:sldMk cId="779831096" sldId="259"/>
            <ac:spMk id="14" creationId="{EAD12C14-4E84-7323-D479-37967B5F689A}"/>
          </ac:spMkLst>
        </pc:spChg>
      </pc:sldChg>
      <pc:sldChg chg="addSp delSp modSp add mod modClrScheme chgLayout">
        <pc:chgData name="Ezra Olagoke" userId="d0d178bf0f90dd41" providerId="LiveId" clId="{B60E4D59-CD1E-4E4E-9267-D78819FB75F0}" dt="2026-03-07T05:51:50.426" v="2312" actId="6549"/>
        <pc:sldMkLst>
          <pc:docMk/>
          <pc:sldMk cId="3880180360" sldId="260"/>
        </pc:sldMkLst>
        <pc:spChg chg="mod">
          <ac:chgData name="Ezra Olagoke" userId="d0d178bf0f90dd41" providerId="LiveId" clId="{B60E4D59-CD1E-4E4E-9267-D78819FB75F0}" dt="2026-03-07T05:51:50.426" v="2312" actId="6549"/>
          <ac:spMkLst>
            <pc:docMk/>
            <pc:sldMk cId="3880180360" sldId="260"/>
            <ac:spMk id="2" creationId="{CFB04335-9650-F1B9-8E51-5A21D537F4D6}"/>
          </ac:spMkLst>
        </pc:spChg>
        <pc:spChg chg="mod ord">
          <ac:chgData name="Ezra Olagoke" userId="d0d178bf0f90dd41" providerId="LiveId" clId="{B60E4D59-CD1E-4E4E-9267-D78819FB75F0}" dt="2026-02-27T01:45:37.927" v="1117" actId="26606"/>
          <ac:spMkLst>
            <pc:docMk/>
            <pc:sldMk cId="3880180360" sldId="260"/>
            <ac:spMk id="3" creationId="{45EEC339-998D-51F2-FC82-473BFFF9F331}"/>
          </ac:spMkLst>
        </pc:spChg>
        <pc:spChg chg="mod">
          <ac:chgData name="Ezra Olagoke" userId="d0d178bf0f90dd41" providerId="LiveId" clId="{B60E4D59-CD1E-4E4E-9267-D78819FB75F0}" dt="2026-03-07T05:50:37.629" v="2265" actId="20577"/>
          <ac:spMkLst>
            <pc:docMk/>
            <pc:sldMk cId="3880180360" sldId="260"/>
            <ac:spMk id="14" creationId="{52418DC2-361E-927C-13EA-8940743B2E11}"/>
          </ac:spMkLst>
        </pc:spChg>
      </pc:sldChg>
      <pc:sldChg chg="addSp delSp modSp add del mod setBg modClrScheme chgLayout">
        <pc:chgData name="Ezra Olagoke" userId="d0d178bf0f90dd41" providerId="LiveId" clId="{B60E4D59-CD1E-4E4E-9267-D78819FB75F0}" dt="2026-03-07T05:51:59.143" v="2313" actId="2696"/>
        <pc:sldMkLst>
          <pc:docMk/>
          <pc:sldMk cId="1305476487" sldId="261"/>
        </pc:sldMkLst>
      </pc:sldChg>
      <pc:sldMasterChg chg="modSldLayout">
        <pc:chgData name="Ezra Olagoke" userId="d0d178bf0f90dd41" providerId="LiveId" clId="{B60E4D59-CD1E-4E4E-9267-D78819FB75F0}" dt="2026-02-27T01:09:48.221" v="360" actId="1038"/>
        <pc:sldMasterMkLst>
          <pc:docMk/>
          <pc:sldMasterMk cId="353890269" sldId="2147483648"/>
        </pc:sldMasterMkLst>
        <pc:sldLayoutChg chg="addSp delSp modSp mod">
          <pc:chgData name="Ezra Olagoke" userId="d0d178bf0f90dd41" providerId="LiveId" clId="{B60E4D59-CD1E-4E4E-9267-D78819FB75F0}" dt="2026-02-27T01:09:48.221" v="360" actId="1038"/>
          <pc:sldLayoutMkLst>
            <pc:docMk/>
            <pc:sldMasterMk cId="353890269" sldId="2147483648"/>
            <pc:sldLayoutMk cId="3806413494" sldId="2147483649"/>
          </pc:sldLayoutMkLst>
          <pc:spChg chg="mod">
            <ac:chgData name="Ezra Olagoke" userId="d0d178bf0f90dd41" providerId="LiveId" clId="{B60E4D59-CD1E-4E4E-9267-D78819FB75F0}" dt="2026-02-27T00:58:02.128" v="285" actId="20577"/>
            <ac:spMkLst>
              <pc:docMk/>
              <pc:sldMasterMk cId="353890269" sldId="2147483648"/>
              <pc:sldLayoutMk cId="3806413494" sldId="2147483649"/>
              <ac:spMk id="6" creationId="{855C4478-FF56-2C52-9194-0EA670664B1A}"/>
            </ac:spMkLst>
          </pc:spChg>
          <pc:picChg chg="add mod">
            <ac:chgData name="Ezra Olagoke" userId="d0d178bf0f90dd41" providerId="LiveId" clId="{B60E4D59-CD1E-4E4E-9267-D78819FB75F0}" dt="2026-02-27T01:09:48.221" v="360" actId="1038"/>
            <ac:picMkLst>
              <pc:docMk/>
              <pc:sldMasterMk cId="353890269" sldId="2147483648"/>
              <pc:sldLayoutMk cId="3806413494" sldId="2147483649"/>
              <ac:picMk id="10" creationId="{1532BF2E-3FFC-F914-538F-48AF28125A36}"/>
            </ac:picMkLst>
          </pc:picChg>
        </pc:sldLayoutChg>
        <pc:sldLayoutChg chg="addSp delSp modSp mod">
          <pc:chgData name="Ezra Olagoke" userId="d0d178bf0f90dd41" providerId="LiveId" clId="{B60E4D59-CD1E-4E4E-9267-D78819FB75F0}" dt="2026-02-27T01:06:48.050" v="345" actId="478"/>
          <pc:sldLayoutMkLst>
            <pc:docMk/>
            <pc:sldMasterMk cId="353890269" sldId="2147483648"/>
            <pc:sldLayoutMk cId="4196563804" sldId="2147483650"/>
          </pc:sldLayoutMkLst>
          <pc:picChg chg="add mod">
            <ac:chgData name="Ezra Olagoke" userId="d0d178bf0f90dd41" providerId="LiveId" clId="{B60E4D59-CD1E-4E4E-9267-D78819FB75F0}" dt="2026-02-27T01:03:34.098" v="293" actId="1076"/>
            <ac:picMkLst>
              <pc:docMk/>
              <pc:sldMasterMk cId="353890269" sldId="2147483648"/>
              <pc:sldLayoutMk cId="4196563804" sldId="2147483650"/>
              <ac:picMk id="8" creationId="{B3CEB699-1C1F-AEBB-644D-98961D19BDFF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912CDB-24E0-60D0-E461-23E4BF56B8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62357-EDC6-EB23-0D2E-A2867CAA1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29A79-C732-4870-A382-79731939B563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DB2AE-34FD-2407-CE3A-8A9B7386CF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B24F5-F8F5-3E36-AE74-54D06FF709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61A02-F65B-4151-854E-1152F8333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45956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08336-5613-4F06-BA76-1AD9D51A5A59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26311-F86D-444C-BA14-DC691BAE7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0834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F139-4410-BD69-0DC9-F900EDE10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A0FE-328D-0B08-8E3D-13E9D2795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4810-FA5B-032A-C9CC-8BBA0CFB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A5B79-FBEC-4C8F-AAA7-65892941DC79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0C6F3-C778-7CAD-0234-01580C55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C4478-FF56-2C52-9194-0EA670664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1532BF2E-3FFC-F914-538F-48AF28125A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47" y="41640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3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1B00-CE5D-D1A4-1265-51302B87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D939-6429-B984-6064-65936C93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62F2-B85B-5472-94AD-441894A5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7D5DE-A5A5-4143-A074-758356A6989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DC72-3D46-C4BB-0EBF-84E17EAD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The image features a stylized representation of the logo for the Southeast Missouri State University, showcasing a flame and a star emblem.&#10;&#10;AI-generated content may be incorrect.">
            <a:extLst>
              <a:ext uri="{FF2B5EF4-FFF2-40B4-BE49-F238E27FC236}">
                <a16:creationId xmlns:a16="http://schemas.microsoft.com/office/drawing/2014/main" id="{B3CEB699-1C1F-AEBB-644D-98961D19B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019" y="37299"/>
            <a:ext cx="866781" cy="99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6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9DF8-19E9-4563-7E40-A64F467D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B41C7-DB0B-B02E-0A47-ACB1965E0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767C1-5DA2-EA96-E11F-AEEB8E6DC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DFDD-B1E9-473D-AADD-74A88BC4AC6C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3C850-5900-3C3D-B850-AB793365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F4B8C-BFE5-9027-B5E3-CB353F80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5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4B56-A0DF-B3B0-D9D2-0CFF82EC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5C10-E2D3-82FF-C2EE-CDDFCAC13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F0606-1F27-505C-8306-1134A1BB9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59C0C-AE9D-0A75-6401-17DAD8B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7725-6309-4A02-B9F6-465EBB75CC0E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15EE7-AD01-B2E3-3D46-5D6F2CEB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B9D96-E682-5125-3D69-39F95704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031E-B635-68B7-8DAC-6BC5142B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E7158-7A9E-8E3B-1E8D-8C256888E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ACA2B-79C8-EC1E-9812-EE300A889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36D4C-BE58-F468-B50D-213C8267D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4BB9A-B10F-2763-0D30-4AF40B058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BDA83-5563-8668-4800-4F1ADECB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29E73-01A0-4348-ADD1-3D15F24EADB9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2E6B8-DAD2-B63A-F401-595156B4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727AF-10F1-BD61-B305-AAA4EE08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1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54C1-5C56-C6B7-2383-CAD03EF0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50526-A145-0B9B-4218-F3FAB15F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783B-F12E-4C70-B540-7E94DD75D57D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55484-09C5-94F3-1DE8-850BC35E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F6008-698E-4EB2-34AC-15676912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6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E0B70-5D4E-EDDF-CC9C-D20781C23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EDF3A-CB1E-4E46-BAE0-7326C9F66BC3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9B58C-E6F6-222A-37C1-985E743E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2C31B-06DB-328B-BF78-1B437DF4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DC95-454C-B1E1-99BF-A5817064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BD63-4A45-D041-7830-DD1184154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00105-DF46-E4B0-F6C5-680AEA648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6ABD9-3A3F-54F3-5212-8A74183E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C944-0366-4FAD-A8C6-6676BCE8AD3A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9145A-9768-50EE-F8BD-905E6D47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70ABB-1496-3057-FC51-2F7D0238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DD5F-64B2-F9B1-63E8-B43BD1BF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39E38-F518-60E8-E497-CF7054C54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AB659-C3E4-D134-0532-29121D58B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BD74D-0B9E-DF27-6BBD-1735216D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4763C-DF12-433F-A432-8E3D6E3AC925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E84C3-B72B-9FB3-AE74-9F4B374E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20CDB-3B48-5CFF-4AA9-D54AA9BF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3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EBE7-55D1-184E-4E44-25A4248E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E7294-3D2E-7122-6810-5A85E0AD8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D8855-69E2-90EB-D907-0CF22173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D4C3-C1DC-4C43-B9CD-44DE6E080323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F0FB-4227-EBF1-1EB2-49DD4E83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CB876-C937-E1AF-508C-C7B49C80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1E607-8C41-6715-2960-A703A0EF87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CE0A0-DC1A-4203-9E6B-367B88B85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23BBC-D36F-C913-3CFB-51DC22C6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A1E4-9790-4076-881C-DC98C5DF62BE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0AE5-92FF-9E6D-EF11-66425A01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5E0F-DBBE-E39B-8CEB-F6CC6BA7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DB34C8-4BE1-C351-05D6-C5A347F9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E5E7C-6938-9827-E9A3-14AE68093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8030-0F8D-4425-85E9-37D41B7EE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3A3FC-AE4A-46BE-A499-B5CD644943C4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F0FA4-EA3F-B6D3-0343-34A30F782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NATIONAL SOCIETY OF BLACK ENGINEERS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FA729-A1D2-B50D-0715-938E2ACC9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084CA-EC0C-4AC3-B90E-4D808F02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56D7-94D7-183B-5D98-2267F0E98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Screen Intelligence Reader (ML-SIR)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D7B51-2624-1E89-6886-CB35A0F33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National Society of Black Engineers</a:t>
            </a:r>
          </a:p>
          <a:p>
            <a:r>
              <a:rPr lang="en-US" dirty="0"/>
              <a:t>AI Impact-a-thon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88836-E28A-50B4-8EE3-B788B98CD6CE}"/>
              </a:ext>
            </a:extLst>
          </p:cNvPr>
          <p:cNvSpPr txBox="1"/>
          <p:nvPr/>
        </p:nvSpPr>
        <p:spPr>
          <a:xfrm>
            <a:off x="8361872" y="4719974"/>
            <a:ext cx="24335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AI-SSR</a:t>
            </a:r>
          </a:p>
          <a:p>
            <a:r>
              <a:rPr lang="en-US" dirty="0"/>
              <a:t>Ezra Olagoke</a:t>
            </a:r>
          </a:p>
          <a:p>
            <a:r>
              <a:rPr lang="en-US" dirty="0"/>
              <a:t>Daniel </a:t>
            </a:r>
            <a:r>
              <a:rPr lang="en-US" dirty="0" err="1"/>
              <a:t>Anorue</a:t>
            </a:r>
            <a:endParaRPr lang="en-US" dirty="0"/>
          </a:p>
          <a:p>
            <a:r>
              <a:rPr lang="en-US" dirty="0"/>
              <a:t>Adeboye Adenuga</a:t>
            </a:r>
          </a:p>
          <a:p>
            <a:r>
              <a:rPr lang="en-US" dirty="0" err="1"/>
              <a:t>Imole</a:t>
            </a:r>
            <a:r>
              <a:rPr lang="en-US" dirty="0"/>
              <a:t> Michael </a:t>
            </a:r>
            <a:r>
              <a:rPr lang="en-US" dirty="0" err="1"/>
              <a:t>Oyetibo</a:t>
            </a:r>
            <a:endParaRPr lang="en-US" dirty="0"/>
          </a:p>
          <a:p>
            <a:r>
              <a:rPr lang="en-US" dirty="0"/>
              <a:t>Gabriel </a:t>
            </a:r>
            <a:r>
              <a:rPr lang="en-US" dirty="0" err="1"/>
              <a:t>Kiveu</a:t>
            </a:r>
            <a:endParaRPr lang="en-US" dirty="0"/>
          </a:p>
          <a:p>
            <a:r>
              <a:rPr lang="en-US" dirty="0"/>
              <a:t>Marius Keita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C3E37-BA4E-13DB-F9F8-4D1BEB4B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SOCIETY OF BLACK ENGINEERS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52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0F893-EE31-E552-0C7C-38AB5C44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AD6BCA-6DFF-603D-22A2-AD1B56FA0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163355" cy="4351338"/>
          </a:xfrm>
        </p:spPr>
        <p:txBody>
          <a:bodyPr>
            <a:normAutofit/>
          </a:bodyPr>
          <a:lstStyle/>
          <a:p>
            <a:r>
              <a:rPr lang="en-US" dirty="0"/>
              <a:t>About ML-SIR</a:t>
            </a:r>
          </a:p>
          <a:p>
            <a:r>
              <a:rPr lang="en-US" dirty="0"/>
              <a:t>Target Audience</a:t>
            </a:r>
          </a:p>
          <a:p>
            <a:r>
              <a:rPr lang="en-US" dirty="0"/>
              <a:t>Capabilities and Demo</a:t>
            </a:r>
          </a:p>
          <a:p>
            <a:r>
              <a:rPr lang="en-US" dirty="0"/>
              <a:t>Impacts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7F29F-5908-F8F0-1343-26A4EA2B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379883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E86D-4608-FD1C-A472-3A5D278A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5535-D977-A81C-CE2F-1A0E94EB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ML-SIR Description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D12C14-4E84-7323-D479-37967B5F6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Browser extension that assists user with summarizing webpage content.</a:t>
            </a:r>
          </a:p>
          <a:p>
            <a:r>
              <a:rPr lang="en-US" dirty="0"/>
              <a:t>Combines Claude’s AI language capabilities with the Web Speech APL.</a:t>
            </a:r>
          </a:p>
          <a:p>
            <a:r>
              <a:rPr lang="en-US" dirty="0"/>
              <a:t>Provides convenience by turning any webpage into a clear natural-language summary along with the capability to read aloud on demand.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4A20C-8BBB-CD0D-38B6-15AC7EBABBF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NATIONAL SOCIETY OF BLACK ENGINEERS</a:t>
            </a:r>
          </a:p>
        </p:txBody>
      </p:sp>
    </p:spTree>
    <p:extLst>
      <p:ext uri="{BB962C8B-B14F-4D97-AF65-F5344CB8AC3E}">
        <p14:creationId xmlns:p14="http://schemas.microsoft.com/office/powerpoint/2010/main" val="77983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166E-1197-7D99-26EA-20BF6D9F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4335-9650-F1B9-8E51-5A21D537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875"/>
            <a:ext cx="10515600" cy="1325563"/>
          </a:xfrm>
        </p:spPr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2418DC2-361E-927C-13EA-8940743B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584"/>
            <a:ext cx="10515600" cy="4351338"/>
          </a:xfrm>
        </p:spPr>
        <p:txBody>
          <a:bodyPr/>
          <a:lstStyle/>
          <a:p>
            <a:r>
              <a:rPr lang="en-US" dirty="0"/>
              <a:t>Visually impaired.</a:t>
            </a:r>
          </a:p>
          <a:p>
            <a:r>
              <a:rPr lang="en-US" dirty="0"/>
              <a:t>Non-native speakers.</a:t>
            </a:r>
          </a:p>
          <a:p>
            <a:r>
              <a:rPr lang="en-US" dirty="0"/>
              <a:t>Elderly who struggle with excess webpage content.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EC339-998D-51F2-FC82-473BFFF9F33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NATIONAL SOCIETY OF BLACK ENGINEERS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18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119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ML Screen Intelligence Reader (ML-SIR)</vt:lpstr>
      <vt:lpstr>Overview</vt:lpstr>
      <vt:lpstr>ML-SIR Description</vt:lpstr>
      <vt:lpstr>Target Audience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Ezra Olagoke</dc:creator>
  <cp:lastModifiedBy>Ezra Olagoke</cp:lastModifiedBy>
  <cp:revision>1</cp:revision>
  <dcterms:created xsi:type="dcterms:W3CDTF">2026-02-25T22:17:39Z</dcterms:created>
  <dcterms:modified xsi:type="dcterms:W3CDTF">2026-03-07T05:55:19Z</dcterms:modified>
</cp:coreProperties>
</file>